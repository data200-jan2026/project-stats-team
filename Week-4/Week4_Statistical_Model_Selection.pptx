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 Selection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Hypothesis Development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right model · Feature engineering · Hypothesis formulation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Science Fundamentals  |  Statistical Modeling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What We'll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42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Problem Statement Recap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Define the research question and outcome variable.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502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64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Statistical Technique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848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Regression, ANOVA, Logistic Regression — when to use which.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502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Feature Selection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437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Identifying and justifying the most predictive variables.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502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Hypothesis Development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60273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Formulating H₀ and H₁ aligned with the chosen model.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41648"/>
            <a:ext cx="502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416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078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Model Justification 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3616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Rationale, assumptions, and expected outputs.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Statement Recap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What factors significantly influence [target outcome], and can we build a model to predict or explain this outcome accurately?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0515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Variable (Y)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Continuous / Binary / Categorical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21408"/>
            <a:ext cx="402336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054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Structured tabular data (cross-sectional)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282696"/>
            <a:ext cx="402336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Analysis 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6667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Predictive / Explanatory / Comparative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The problem statement drives every downstream modeling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Statistical Technique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</a:rPr>
              <a:t>USE WHEN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Continuous outcome, numeric predictors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</a:rPr>
              <a:t>ASSUMPTIONS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Linearity, normality of residuals, homoscedasticity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5B"/>
                </a:solidFill>
              </a:rPr>
              <a:t>EXAMPLE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822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Predict salary, house prices, temperature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USE WHEN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8105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Binary / categorical outcome (Yes/No, Pass/Fail)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ASSUMPTIONS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816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multicollinearity, large sample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EXAMPLE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822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Predict churn, disease presence, loan default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USE WHEN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18105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Compare means across 3+ independent groups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ASSUMPTIONS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816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Normality, equal variances (Levene's test)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EXAMPLE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822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Compare test scores across teaching methods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Choice of technique must align with outcome variable type, data distribution, and sample size.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Feature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7490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Selection Matters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Reduces overfitting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Improves model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8094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53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Speeds up training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51129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83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Enhances interpretability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14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Removes noise &amp; redundancy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005840"/>
            <a:ext cx="548640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005840"/>
            <a:ext cx="16459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051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Filter Methods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13350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Correlation matrix, Chi-square test, Variance threshold — fast, model-agnostic screening.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1920240"/>
            <a:ext cx="548640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920240"/>
            <a:ext cx="16459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Wrapper Methods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22494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Forward/backward stepwise selection — iteratively tests feature subsets using model performance.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834640"/>
            <a:ext cx="548640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2834640"/>
            <a:ext cx="164592" cy="8046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880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Embedded Methods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31638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LASSO, Ridge, Decision Tree importance — learns feature weights during model training.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749040"/>
            <a:ext cx="548640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749040"/>
            <a:ext cx="16459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794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Domain Knowledge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0782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Expert judgment on which variables are theoretically relevant to the outcome.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Selected features must be justified both statistically and theoretically.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Hypothesis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H₀  —  Null Hypothesis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There is no statistically significant relationship between the selected features and the target outcome variable (β = 0).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H₁  —  Alternative Hypothesis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At least one selected feature has a statistically significant effect on the target outcome variable (β ≠ 0, p &lt; 0.05).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16916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Hypothesis Testing — Decision 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Significance Level: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α = 0.05 (95% confidence)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Test Statistic: 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p-value, F-statistic, t-statistic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Decision Rule: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Reject H₀ if p-value &lt; 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Confidence Interval: 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95% CI must not include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Each hypothesis must map directly to a specific model parameter and feature.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Model Justification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031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Criterion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005840"/>
            <a:ext cx="1645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005840"/>
            <a:ext cx="1920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Justification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1645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Assumption Check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005840"/>
            <a:ext cx="1463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21031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087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Outcome 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1463040"/>
            <a:ext cx="1645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5087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Continuous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463040"/>
            <a:ext cx="19202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50876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 is a numeric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1645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50876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Shapiro-Wilk (normality)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1463040"/>
            <a:ext cx="1463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50876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R², 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121408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16712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Technique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2121408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16712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212140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16712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Predictive, numeric Y &amp; 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121408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16712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Residual plots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2121408"/>
            <a:ext cx="1463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2167128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Adj. R²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779776"/>
            <a:ext cx="21031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25496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Features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23160" y="2779776"/>
            <a:ext cx="1645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825496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3–5 selected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2779776"/>
            <a:ext cx="19202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2825496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Corr &gt; 0.3, VIF &lt; 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2779776"/>
            <a:ext cx="16459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825496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VIF &lt; 5 (multicollinearity)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0" y="2779776"/>
            <a:ext cx="1463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28254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p-value &lt; 0.05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438144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483864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Sample Size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23160" y="3438144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3483864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 &gt; 50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0" y="3438144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348386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30 obs per predictor rule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0760" y="3438144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483864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Leverage &amp; Cook's 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772400" y="3438144"/>
            <a:ext cx="1463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348386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Statistical power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251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All model choices are grounded in outcome type, data structure, assumption verification, and domain context.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Model performance will be validated using cross-validation and diagnostic plots.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3441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Align the statistical technique with the outcome variable type and data structure.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011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Use filter, wrapper, and embedded methods to select high-signal, low-redundancy features.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6791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Formulate clear H₀ and H₁ statements tied to specific model coefficients.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3467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Verify model assumptions before and after fitting (normality, homoscedasticity, VIF).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40142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Justify every modeling decision with statistical evidence and domain reasoning.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Statistical Model Selection &amp; Hypothesis Development</dc:title>
  <dc:subject>PptxGenJS Presentation</dc:subject>
  <dc:creator>PptxGenJS</dc:creator>
  <cp:lastModifiedBy>PptxGenJS</cp:lastModifiedBy>
  <cp:revision>1</cp:revision>
  <dcterms:created xsi:type="dcterms:W3CDTF">2026-02-22T14:39:07Z</dcterms:created>
  <dcterms:modified xsi:type="dcterms:W3CDTF">2026-02-22T14:39:08Z</dcterms:modified>
</cp:coreProperties>
</file>